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custShowLst>
    <p:custShow name="KHTN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  <p:sld r:id="rId15"/>
      </p:sldLst>
    </p:custShow>
    <p:custShow name="CNTT" id="1">
      <p:sldLst>
        <p:sld r:id="rId2"/>
        <p:sld r:id="rId3"/>
        <p:sld r:id="rId4"/>
        <p:sld r:id="rId5"/>
        <p:sld r:id="rId6"/>
        <p:sld r:id="rId11"/>
        <p:sld r:id="rId12"/>
        <p:sld r:id="rId13"/>
        <p:sld r:id="rId14"/>
        <p:sld r:id="rId15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4E2B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690" autoAdjust="0"/>
  </p:normalViewPr>
  <p:slideViewPr>
    <p:cSldViewPr snapToGrid="0">
      <p:cViewPr varScale="1">
        <p:scale>
          <a:sx n="62" d="100"/>
          <a:sy n="62" d="100"/>
        </p:scale>
        <p:origin x="7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A19E9D-FEDA-4DDC-B954-00D362CFA60F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8A7305-5F12-488E-A4D4-506520F67C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095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F53B1-FF05-44E9-8365-9BF68037C88F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570509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>
            <a:lvl1pPr>
              <a:defRPr b="0"/>
            </a:lvl1pPr>
            <a:lvl2pPr marL="685800" indent="-228600">
              <a:buFont typeface="Times New Roman" panose="02020603050405020304" pitchFamily="18" charset="0"/>
              <a:buChar char="‒"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1F36E-3212-4A25-A484-331405C376BD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24DD-DFA2-439A-BFFD-78061D6B2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637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3B3EF-A1DA-43E2-B94D-FD3E709E59BA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24DD-DFA2-439A-BFFD-78061D6B2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709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2DD12-6D52-424F-8C44-DBC085B7C45B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24DD-DFA2-439A-BFFD-78061D6B2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033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A2729-C459-4AFC-891F-883C621CDCB8}" type="datetime1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24DD-DFA2-439A-BFFD-78061D6B2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2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A7237-2176-4EF0-8081-047A26A36438}" type="datetime1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24DD-DFA2-439A-BFFD-78061D6B2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886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2C8B7-E516-4518-974B-A1672D50F057}" type="datetime1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24DD-DFA2-439A-BFFD-78061D6B2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89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5515F-FA9F-4D13-96DE-5A2D582D8D68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24DD-DFA2-439A-BFFD-78061D6B2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627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44957C-050E-4D43-BD85-6740D2B6C090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24DD-DFA2-439A-BFFD-78061D6B2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309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FAA57-4A63-4CAB-A382-E10751236AD4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24DD-DFA2-439A-BFFD-78061D6B2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477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5C63-D3CF-4585-840D-B1B361720CEF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24DD-DFA2-439A-BFFD-78061D6B2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198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5FEEF-10E4-4C6F-ABE3-8F0993679514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24DD-DFA2-439A-BFFD-78061D6B20E9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19797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80A1E5-8510-4124-AA1A-39B017AE6473}" type="datetime1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24DD-DFA2-439A-BFFD-78061D6B2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263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3C294-D425-4441-BFDC-B044982DBFB2}" type="datetime1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24DD-DFA2-439A-BFFD-78061D6B2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761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1EA8F-A247-44D5-A3EA-0DA58787937C}" type="datetime1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24DD-DFA2-439A-BFFD-78061D6B2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534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9AEBA-21AB-4C90-8D90-60E826B36AAE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24DD-DFA2-439A-BFFD-78061D6B2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110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BEB65-2A9F-4A1B-AB0F-4465D50E5600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24DD-DFA2-439A-BFFD-78061D6B20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129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E7C5902-E03E-4A44-8E9E-0E38E8D2E843}" type="datetime1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vi-VN" dirty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2E2613-438A-5D88-211F-FB0F66F81E9E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6059" y="426813"/>
            <a:ext cx="1256662" cy="1279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187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3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-"/>
        <a:defRPr sz="28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Times New Roman" panose="02020603050405020304" pitchFamily="18" charset="0"/>
        <a:buChar char="+"/>
        <a:defRPr sz="24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§"/>
        <a:defRPr sz="22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Wingdings" panose="05000000000000000000" pitchFamily="2" charset="2"/>
        <a:buChar char="ü"/>
        <a:defRPr sz="2000" kern="1200" cap="all" baseline="0">
          <a:solidFill>
            <a:schemeClr val="tx1"/>
          </a:solidFill>
          <a:effectLst/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it.ctu.edu.vn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AECC0-6BC7-8C04-AB02-66802EC393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Đại</a:t>
            </a:r>
            <a:r>
              <a:rPr lang="en-US" dirty="0"/>
              <a:t> HỌC CẦN THƠ – QUÁ TRÌNH HÌNH THÀNH VÀ PHÁT TRIỂN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62872394-4059-FAAC-B2F6-8955DC3CE0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1012" y="3637052"/>
            <a:ext cx="8689976" cy="1620747"/>
          </a:xfrm>
        </p:spPr>
        <p:txBody>
          <a:bodyPr/>
          <a:lstStyle/>
          <a:p>
            <a:endParaRPr lang="en-US" dirty="0"/>
          </a:p>
          <a:p>
            <a:r>
              <a:rPr lang="en-US" b="1" dirty="0"/>
              <a:t>TS. NGUYỄN VĂN 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952B94-B7E4-DC22-8B26-18C7CA7F5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Giới thiệu Đại học Cần Thơ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FDFC4C-27F3-4C77-702C-516918B57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24DD-DFA2-439A-BFFD-78061D6B20E9}" type="slidenum">
              <a:rPr lang="en-US" sz="2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</a:t>
            </a:fld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151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37DDA-3EFB-904B-94B9-3080FB8ED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NỘI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5D042-5391-B892-F23E-78188ED448F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/>
              <a:t>THỜI KỲ VIỆN ĐẠI HỌC CẦN THƠ (1966 - 1975)</a:t>
            </a:r>
          </a:p>
          <a:p>
            <a:r>
              <a:rPr lang="en-US" b="1" dirty="0"/>
              <a:t>ĐHCT GIAI ĐOẠN SAU NĂM 1975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3B5C77-FFB7-0B48-05B6-CA889E800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9D1FE3-DF96-90AA-039B-1E59ABE9E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24DD-DFA2-439A-BFFD-78061D6B20E9}" type="slidenum">
              <a:rPr lang="en-US" b="1" smtClean="0"/>
              <a:t>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664161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359C4-486B-D638-8A42-99CF56BD2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THỜI KỲ VIỆN ĐẠI HỌC CẦN THƠ (1966 – 1975)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9C380-F2BD-6B94-62C2-DBFF118C66E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ĐƯỢC THÀNH LẬP NGÀY 31 THÁNG 03 NĂM 1966</a:t>
            </a:r>
          </a:p>
          <a:p>
            <a:r>
              <a:rPr lang="en-US" dirty="0"/>
              <a:t>VIỆN ĐẠI HỌC CẦN THƠ CÓ BỐN KHOA:</a:t>
            </a:r>
          </a:p>
          <a:p>
            <a:pPr lvl="1"/>
            <a:r>
              <a:rPr lang="en-US" dirty="0"/>
              <a:t>KHOA HỌC</a:t>
            </a:r>
          </a:p>
          <a:p>
            <a:pPr lvl="1"/>
            <a:r>
              <a:rPr lang="en-US" dirty="0"/>
              <a:t>LUẬT KHOA</a:t>
            </a:r>
          </a:p>
          <a:p>
            <a:pPr lvl="1"/>
            <a:r>
              <a:rPr lang="en-US" dirty="0"/>
              <a:t>KHOA HỌC XÃ HỘI, VĂN KHOA, SƯ PHẠM</a:t>
            </a:r>
          </a:p>
          <a:p>
            <a:pPr lvl="1"/>
            <a:r>
              <a:rPr lang="en-US" dirty="0"/>
              <a:t>CAO ĐẲNG NÔNG NGHIỆP VÀ TRUNG TÂM SINH NGỮ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5E202B-713C-B5B7-300A-EBED615B5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B529E-74A4-9305-0AFD-58C63F5AE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24DD-DFA2-439A-BFFD-78061D6B20E9}" type="slidenum">
              <a:rPr lang="en-US" b="1" smtClean="0"/>
              <a:t>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96663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D66DE-B7BF-4C32-335E-579613B40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THỜI KỲ VIỆN ĐẠI HỌC CAN THƠ (1966 - 1975)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52BBD-AE6F-7EB2-DC94-15D65710E7A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vi-VN" dirty="0"/>
              <a:t>CƠ SỞ VẬT CHẤT CỦA VIỆN ĐẠI HỌC CẦN THƠ TỌALẠC TRÊN 4 ĐỊA ĐIỂM</a:t>
            </a:r>
            <a:endParaRPr lang="en-US" dirty="0"/>
          </a:p>
          <a:p>
            <a:pPr lvl="1"/>
            <a:r>
              <a:rPr lang="vi-VN" dirty="0"/>
              <a:t> TÒA VIỆN TRƯỜNG (SỐ 5, ĐẠI LỘ HOÀ BÌNH)</a:t>
            </a:r>
            <a:endParaRPr lang="en-US" dirty="0"/>
          </a:p>
          <a:p>
            <a:pPr lvl="1"/>
            <a:r>
              <a:rPr lang="vi-VN" dirty="0"/>
              <a:t>KHU I (ĐƯỜNG 30/4)</a:t>
            </a:r>
            <a:endParaRPr lang="en-US" dirty="0"/>
          </a:p>
          <a:p>
            <a:pPr lvl="1"/>
            <a:r>
              <a:rPr lang="vi-VN" dirty="0"/>
              <a:t>KHU II: (ĐƯỜNG 3/2)</a:t>
            </a:r>
            <a:endParaRPr lang="en-US" dirty="0"/>
          </a:p>
          <a:p>
            <a:pPr lvl="1"/>
            <a:r>
              <a:rPr lang="vi-VN" dirty="0"/>
              <a:t>KHU III: (SỐ 1, LÝ TỰ TRỌNG)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BC3D62-17E8-62D3-5AE7-E62F30265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D13F24-9A50-E0C8-AF7F-50D303719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24DD-DFA2-439A-BFFD-78061D6B20E9}" type="slidenum">
              <a:rPr lang="en-US" b="1" smtClean="0"/>
              <a:t>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75477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76D45-5B1E-94E3-C36A-5CCCD8EB8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E6095-C181-36AD-26A0-AC2DF94DBC3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vi-VN" dirty="0"/>
              <a:t>VIỆN ĐẠI HỌC CẦN THƠ ĐƯỢC ĐỔI THÀNH ĐHCT</a:t>
            </a:r>
            <a:endParaRPr lang="en-US" dirty="0"/>
          </a:p>
          <a:p>
            <a:r>
              <a:rPr lang="vi-VN" dirty="0"/>
              <a:t>CƠ CẤU ĐHCT HIỆN NAY</a:t>
            </a:r>
            <a:endParaRPr lang="en-US" dirty="0"/>
          </a:p>
          <a:p>
            <a:pPr lvl="1"/>
            <a:r>
              <a:rPr lang="en-US" dirty="0"/>
              <a:t>KHOA - VIỆN</a:t>
            </a:r>
          </a:p>
          <a:p>
            <a:pPr lvl="1"/>
            <a:r>
              <a:rPr lang="en-US" dirty="0"/>
              <a:t>TRUNG TÂM - TRUNG TÂM ĐÀO TẠO</a:t>
            </a:r>
          </a:p>
          <a:p>
            <a:pPr lvl="1"/>
            <a:r>
              <a:rPr lang="en-US" dirty="0"/>
              <a:t>PHÒNG ĐA CHỨC NĂNG</a:t>
            </a:r>
          </a:p>
          <a:p>
            <a:pPr lvl="1"/>
            <a:r>
              <a:rPr lang="en-US" dirty="0"/>
              <a:t>ĐOÀN THỂ &amp; HỘI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D95CB-6761-5D07-0A36-5985DDA54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9B4C7B-D6D1-8985-71E7-B66DBBD16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24DD-DFA2-439A-BFFD-78061D6B20E9}" type="slidenum">
              <a:rPr lang="en-US" b="1" smtClean="0"/>
              <a:t>5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39524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A99DD-B705-5CD8-6CBD-083C2BDD3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DC462-BFAF-1028-E340-49F5A83873D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HỌC TỰ NHIÊN</a:t>
            </a:r>
          </a:p>
          <a:p>
            <a:pPr lvl="1"/>
            <a:r>
              <a:rPr lang="en-US" dirty="0"/>
              <a:t>NGÀY 14/01/1998, TRƯỜNG ĐẠI HỌC CẦN THƠ KHÁNH THÀNH KHOA </a:t>
            </a:r>
            <a:r>
              <a:rPr lang="en-US" dirty="0" err="1"/>
              <a:t>KHOA</a:t>
            </a:r>
            <a:r>
              <a:rPr lang="en-US" dirty="0"/>
              <a:t> HỌC</a:t>
            </a:r>
          </a:p>
          <a:p>
            <a:pPr lvl="1"/>
            <a:r>
              <a:rPr lang="en-US" dirty="0"/>
              <a:t>CƠ SỞ VẬT CHẤT</a:t>
            </a:r>
          </a:p>
          <a:p>
            <a:pPr lvl="2"/>
            <a:r>
              <a:rPr lang="en-US" dirty="0"/>
              <a:t>12 PHÒNG THÍ NGHIỆM (</a:t>
            </a:r>
            <a:r>
              <a:rPr lang="en-US" dirty="0" err="1"/>
              <a:t>ptn</a:t>
            </a:r>
            <a:r>
              <a:rPr lang="en-US" dirty="0"/>
              <a:t>) CHO SINH, HÓA, VẬT LÝ</a:t>
            </a:r>
          </a:p>
          <a:p>
            <a:pPr lvl="2"/>
            <a:r>
              <a:rPr lang="en-US" dirty="0"/>
              <a:t>06 PHÒNG MÁY TÍNH ĐƯỢC NÓI MẠNG VỚI NHAU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58FBB7-BCFD-9FE2-E766-A2D4C5F8D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0180A7-40C6-0FF6-7DBD-0400A085E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24DD-DFA2-439A-BFFD-78061D6B20E9}" type="slidenum">
              <a:rPr lang="en-US" b="1" smtClean="0"/>
              <a:t>6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97962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B9BF4-BFF8-B584-3D8F-4DD8A5964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0CE79-2FBA-C1A9-34C4-84627B2D25D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9508183" cy="3424107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HỌC TỰ NHIÊN</a:t>
            </a:r>
          </a:p>
          <a:p>
            <a:pPr lvl="1"/>
            <a:r>
              <a:rPr lang="en-US" dirty="0"/>
              <a:t>CƠ SỞ VẬT CHẤT</a:t>
            </a:r>
          </a:p>
          <a:p>
            <a:pPr lvl="2"/>
            <a:r>
              <a:rPr lang="en-US" dirty="0"/>
              <a:t>VP KHOA VÀ XƯỞNG SỬA CHỮA</a:t>
            </a:r>
          </a:p>
          <a:p>
            <a:pPr lvl="2"/>
            <a:r>
              <a:rPr lang="en-US" dirty="0"/>
              <a:t>NĂM 2010, TRƯỜNG ĐÃ ĐẦU TƯ MỞ RỘNG PTN CỦA KHOA</a:t>
            </a:r>
          </a:p>
          <a:p>
            <a:pPr lvl="2"/>
            <a:r>
              <a:rPr lang="en-US" dirty="0"/>
              <a:t>XÂY MỚI NGÔI KHU NHÀ 3 TẦNG VỚI 22 PHÒNG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2FB53C-F637-5F4A-20DC-9C26FFEDF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1DE84-D5B5-3416-F268-3A567B7FD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24DD-DFA2-439A-BFFD-78061D6B20E9}" type="slidenum">
              <a:rPr lang="en-US" b="1" smtClean="0"/>
              <a:t>7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88457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DB906-C49E-0CFD-05AF-DED8B37B8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C5B0F-B2AB-56C9-0FA4-C3CECCB6561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HỌC TỰ NHIÊN</a:t>
            </a:r>
          </a:p>
          <a:p>
            <a:pPr lvl="1"/>
            <a:r>
              <a:rPr lang="en-US" dirty="0"/>
              <a:t>KHOA KHTN HIỆN NAY GỒM 04 BỘ MÔN</a:t>
            </a:r>
          </a:p>
          <a:p>
            <a:pPr lvl="2"/>
            <a:r>
              <a:rPr lang="en-US" dirty="0"/>
              <a:t>BỘ MÔN SINH HỌC</a:t>
            </a:r>
          </a:p>
          <a:p>
            <a:pPr lvl="2"/>
            <a:r>
              <a:rPr lang="en-US" dirty="0"/>
              <a:t>BỘ MÔN HÓA HỌC</a:t>
            </a:r>
          </a:p>
          <a:p>
            <a:pPr lvl="2"/>
            <a:r>
              <a:rPr lang="en-US" dirty="0"/>
              <a:t>BỘ MÔN TOÁN HỌC</a:t>
            </a:r>
          </a:p>
          <a:p>
            <a:pPr lvl="2"/>
            <a:r>
              <a:rPr lang="en-US" dirty="0"/>
              <a:t>BỘ MÔN VẬT LÝ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8ECAF-FEC4-D150-AF49-49111C8E1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04AEE-D51B-E31D-E6AF-0746EC330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24DD-DFA2-439A-BFFD-78061D6B20E9}" type="slidenum">
              <a:rPr lang="en-US" b="1" smtClean="0"/>
              <a:t>8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8327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03465-437E-4367-A96B-C1E86AEDB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B8B5C-3D1E-8FEE-BF94-6880EE377D0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KHOA </a:t>
            </a:r>
            <a:r>
              <a:rPr lang="en-US" b="1" dirty="0" err="1">
                <a:solidFill>
                  <a:srgbClr val="FF0000"/>
                </a:solidFill>
              </a:rPr>
              <a:t>KHOA</a:t>
            </a:r>
            <a:r>
              <a:rPr lang="en-US" b="1" dirty="0">
                <a:solidFill>
                  <a:srgbClr val="FF0000"/>
                </a:solidFill>
              </a:rPr>
              <a:t> HỌC TỰ NHIÊN</a:t>
            </a:r>
          </a:p>
          <a:p>
            <a:pPr lvl="1"/>
            <a:r>
              <a:rPr lang="en-US" dirty="0"/>
              <a:t>CÔNG TÁC ĐÀO TẠO</a:t>
            </a:r>
          </a:p>
          <a:p>
            <a:pPr lvl="2"/>
            <a:r>
              <a:rPr lang="en-US" dirty="0"/>
              <a:t>ĐẠI HỌC:…..</a:t>
            </a:r>
          </a:p>
          <a:p>
            <a:pPr lvl="2"/>
            <a:r>
              <a:rPr lang="en-US" dirty="0"/>
              <a:t>SĐH:….</a:t>
            </a:r>
          </a:p>
          <a:p>
            <a:pPr lvl="1"/>
            <a:r>
              <a:rPr lang="en-US" dirty="0"/>
              <a:t>CÔNG TÁC NCKH, BÁO CÁO CHUYÊN ĐỀ:....</a:t>
            </a:r>
          </a:p>
          <a:p>
            <a:pPr lvl="1"/>
            <a:r>
              <a:rPr lang="en-US" dirty="0"/>
              <a:t>CÔNG TÁC ĐÀO TẠO VÀ BỒI DƯỠNG CÁN BỘ:…..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B3C32E-4C5C-F288-9FDB-30D15474D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513B73-7845-0829-83C2-6228C5DF0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24DD-DFA2-439A-BFFD-78061D6B20E9}" type="slidenum">
              <a:rPr lang="en-US" b="1" smtClean="0"/>
              <a:t>9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56361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A32AE-47CE-2616-F00D-D307B6F19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29AC7-7027-57DF-A2CB-8BF40B45B48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b="1" u="sng" dirty="0">
                <a:solidFill>
                  <a:schemeClr val="accent1">
                    <a:lumMod val="60000"/>
                    <a:lumOff val="40000"/>
                  </a:schemeClr>
                </a:solidFill>
                <a:hlinkClick r:id="rId2"/>
              </a:rPr>
              <a:t>KHOA CNTT &amp; TT</a:t>
            </a:r>
            <a:endParaRPr lang="en-US" b="1" u="sng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dirty="0"/>
              <a:t>ĐƯỢC THÀNH LẬP NĂM 1994 TRÊN CƠ SỞ TRUNG TÂM ĐIỆN TỬ VÀ TIN HỌC</a:t>
            </a:r>
          </a:p>
          <a:p>
            <a:pPr lvl="1"/>
            <a:r>
              <a:rPr lang="en-US" dirty="0"/>
              <a:t>NHIỆM VỤ CỦA KHOA LÀ ĐÀO TẠO</a:t>
            </a:r>
          </a:p>
          <a:p>
            <a:pPr lvl="2"/>
            <a:r>
              <a:rPr lang="en-US" dirty="0"/>
              <a:t>ĐẠI HỌC VÀ SAU ĐẠI HỌC</a:t>
            </a:r>
          </a:p>
          <a:p>
            <a:pPr lvl="2"/>
            <a:r>
              <a:rPr lang="en-US" dirty="0"/>
              <a:t>NCKH VÀ CHUYỂN GIAO CÔNG NGHỆ TRONG LĨNH VỰC CNTT &amp; TT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0DBD9-8F02-0092-DACF-68A601474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EDBB0-AC91-A914-4E5E-C47731503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24DD-DFA2-439A-BFFD-78061D6B20E9}" type="slidenum">
              <a:rPr lang="en-US" b="1" smtClean="0"/>
              <a:t>10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31862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E1E94-589A-FAC4-8662-13082942C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19435-FE36-41D9-84D2-77D71AF7A76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KHOA CNTT &amp; TT</a:t>
            </a:r>
            <a:endParaRPr lang="en-US" b="1" dirty="0"/>
          </a:p>
          <a:p>
            <a:pPr lvl="1"/>
            <a:r>
              <a:rPr lang="en-US" dirty="0"/>
              <a:t>TẦM NHÌN ĐẾN NĂM 2020</a:t>
            </a:r>
          </a:p>
          <a:p>
            <a:pPr lvl="2"/>
            <a:r>
              <a:rPr lang="en-US" dirty="0"/>
              <a:t>ĐƠN VỊ ĐÀO TẠO VÀ</a:t>
            </a:r>
          </a:p>
          <a:p>
            <a:pPr lvl="2"/>
            <a:r>
              <a:rPr lang="en-US" dirty="0"/>
              <a:t>NGHIÊN CỨU KHOA HỌC VỀ CNTT &amp; TT MẠNH CỦA CẢ NƯỚC</a:t>
            </a:r>
          </a:p>
          <a:p>
            <a:pPr lvl="1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7C4054-40D9-D032-F308-50AB437ED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ACEDC-DECC-D342-FEE9-FEE343A47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24DD-DFA2-439A-BFFD-78061D6B20E9}" type="slidenum">
              <a:rPr lang="en-US" b="1" smtClean="0"/>
              <a:t>11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02145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F9305-D70A-8215-563E-0B8BA7646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FA730-4083-E73D-C948-B6DDFD82DBE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KHOA CNTT &amp; TT</a:t>
            </a:r>
          </a:p>
          <a:p>
            <a:pPr lvl="1"/>
            <a:r>
              <a:rPr lang="en-US" dirty="0"/>
              <a:t>CÁC CÁN BỘ VÀ TRUNG TÂM</a:t>
            </a:r>
          </a:p>
          <a:p>
            <a:pPr lvl="2"/>
            <a:r>
              <a:rPr lang="en-US" dirty="0"/>
              <a:t>BỘ MÔN HỆ THỐNG THÔNG TIN</a:t>
            </a:r>
          </a:p>
          <a:p>
            <a:pPr lvl="2"/>
            <a:r>
              <a:rPr lang="en-US" dirty="0"/>
              <a:t>BỘ MÔN MẠNG MÁY TÍNH &amp; TRUYỀN THÔNG</a:t>
            </a:r>
          </a:p>
          <a:p>
            <a:pPr lvl="2"/>
            <a:r>
              <a:rPr lang="en-US" dirty="0"/>
              <a:t>BỘ MÔN CÔNG NGHỆ PHẦN MỀM</a:t>
            </a:r>
          </a:p>
          <a:p>
            <a:pPr lvl="2"/>
            <a:r>
              <a:rPr lang="en-US" dirty="0"/>
              <a:t>BỘ MÔN KHOA HỌC MÁY TÍNH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4A9445-CD0D-7F2D-4F7D-BC1A70113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10C1D5-7C63-29B1-EB1F-E74F64717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24DD-DFA2-439A-BFFD-78061D6B20E9}" type="slidenum">
              <a:rPr lang="en-US" b="1" smtClean="0"/>
              <a:t>12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32505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60DCA-93C5-1D12-9AA7-AE32E45EF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ĐHCT GIAI ĐOẠN SAU NĂM 1975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A0837-20B8-4689-197A-56D45B0D407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dirty="0">
                <a:solidFill>
                  <a:srgbClr val="0000FF"/>
                </a:solidFill>
              </a:rPr>
              <a:t>KHOA CNTT &amp; TT</a:t>
            </a:r>
          </a:p>
          <a:p>
            <a:pPr lvl="1"/>
            <a:r>
              <a:rPr lang="en-US" dirty="0"/>
              <a:t>CÁC BỘ MÔN VÀ TRUNG TÂM</a:t>
            </a:r>
          </a:p>
          <a:p>
            <a:pPr lvl="2"/>
            <a:r>
              <a:rPr lang="en-US" dirty="0"/>
              <a:t>BỘ MÔN CÔNG NGHỆ THÔNG TIN</a:t>
            </a:r>
          </a:p>
          <a:p>
            <a:pPr lvl="2"/>
            <a:r>
              <a:rPr lang="en-US" dirty="0"/>
              <a:t>BỘ MÔN TIN HỌC ỨNG DỤNG</a:t>
            </a:r>
          </a:p>
          <a:p>
            <a:pPr lvl="2"/>
            <a:r>
              <a:rPr lang="en-US" dirty="0"/>
              <a:t>TỔ VĂN PHÒNG</a:t>
            </a:r>
          </a:p>
          <a:p>
            <a:pPr lvl="2"/>
            <a:r>
              <a:rPr lang="en-US" dirty="0"/>
              <a:t>TRUNG TÂM ĐIỆN TỬ &amp; TIN HỌC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38BF60-D1B2-59A3-BA58-C995D24F4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E8F695-6CBB-9DF0-23B6-BD512CF97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24DD-DFA2-439A-BFFD-78061D6B20E9}" type="slidenum">
              <a:rPr lang="en-US" b="1" smtClean="0"/>
              <a:t>13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622901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F4F65-8CEB-E490-5986-CAD92D46D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1002534"/>
            <a:ext cx="10364451" cy="4549965"/>
          </a:xfrm>
        </p:spPr>
        <p:txBody>
          <a:bodyPr/>
          <a:lstStyle/>
          <a:p>
            <a:r>
              <a:rPr lang="en-US" dirty="0"/>
              <a:t>CẢM ƠN SỰ CHÚ Ý CỦA QUÝ VỊ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F69106-D366-B483-08CC-6129B33AE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/>
              <a:t>Giới thiệu Đại học Cần Thơ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DAFC4-808F-FBD5-B022-D869A52D1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24DD-DFA2-439A-BFFD-78061D6B20E9}" type="slidenum">
              <a:rPr lang="en-US" b="1" smtClean="0"/>
              <a:t>14</a:t>
            </a:fld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630912438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79</TotalTime>
  <Words>628</Words>
  <Application>Microsoft Office PowerPoint</Application>
  <PresentationFormat>Widescreen</PresentationFormat>
  <Paragraphs>106</Paragraphs>
  <Slides>14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2</vt:i4>
      </vt:variant>
    </vt:vector>
  </HeadingPairs>
  <TitlesOfParts>
    <vt:vector size="22" baseType="lpstr">
      <vt:lpstr>Arial</vt:lpstr>
      <vt:lpstr>Calibri</vt:lpstr>
      <vt:lpstr>Times New Roman</vt:lpstr>
      <vt:lpstr>Tw Cen MT</vt:lpstr>
      <vt:lpstr>Wingdings</vt:lpstr>
      <vt:lpstr>Droplet</vt:lpstr>
      <vt:lpstr>Đại HỌC CẦN THƠ – QUÁ TRÌNH HÌNH THÀNH VÀ PHÁT TRIỂN</vt:lpstr>
      <vt:lpstr>NỘI DUNG</vt:lpstr>
      <vt:lpstr>THỜI KỲ VIỆN ĐẠI HỌC CẦN THƠ (1966 – 1975)</vt:lpstr>
      <vt:lpstr>THỜI KỲ VIỆN ĐẠI HỌC CAN THƠ (1966 - 1975)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CẢM ƠN SỰ CHÚ Ý CỦA QUÝ VỊ</vt:lpstr>
      <vt:lpstr>KHTN</vt:lpstr>
      <vt:lpstr>CNTT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Đại HỌC CẦN THƠ – QUÁ TRÌNH HÌNH THÀNH VÀ PHÁT TRIỂN</dc:title>
  <dc:creator>giabao198.203@gmail.com</dc:creator>
  <cp:lastModifiedBy>giabao198.203@gmail.com</cp:lastModifiedBy>
  <cp:revision>4</cp:revision>
  <dcterms:created xsi:type="dcterms:W3CDTF">2026-09-25T09:00:12Z</dcterms:created>
  <dcterms:modified xsi:type="dcterms:W3CDTF">2026-09-26T00:37:45Z</dcterms:modified>
</cp:coreProperties>
</file>