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14B882-AA57-1EF4-4145-090138229519}" name="giabao198.203@gmail.com" initials="g" userId="fec9d3a27f14ca4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7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54F23-36B3-45E6-8261-89D7527D0DDD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BCA53-4BF3-47B6-A3A1-E2BDA8E378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34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82CB8-17A8-BE4C-65D1-E1B2A219213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000" b="1" baseline="0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BỐ CỤC MỘT BÀI THUYẾT TRÌNH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72A81-6D91-B94F-6CA2-052EA79039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3602038"/>
            <a:ext cx="12192000" cy="2786062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ThS</a:t>
            </a:r>
            <a:r>
              <a:rPr lang="en-US" dirty="0"/>
              <a:t>.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Tên</a:t>
            </a:r>
            <a:endParaRPr lang="en-US" dirty="0"/>
          </a:p>
          <a:p>
            <a:endParaRPr lang="en-US" dirty="0"/>
          </a:p>
          <a:p>
            <a:r>
              <a:rPr lang="en-US" dirty="0"/>
              <a:t>          </a:t>
            </a:r>
          </a:p>
          <a:p>
            <a:r>
              <a:rPr lang="en-US" dirty="0"/>
              <a:t>                                                           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Tủ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Khoa </a:t>
            </a:r>
            <a:r>
              <a:rPr lang="en-US" dirty="0" err="1"/>
              <a:t>học</a:t>
            </a:r>
            <a:r>
              <a:rPr lang="en-US" dirty="0"/>
              <a:t> VLOS</a:t>
            </a:r>
          </a:p>
        </p:txBody>
      </p:sp>
    </p:spTree>
    <p:extLst>
      <p:ext uri="{BB962C8B-B14F-4D97-AF65-F5344CB8AC3E}">
        <p14:creationId xmlns:p14="http://schemas.microsoft.com/office/powerpoint/2010/main" val="2981141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9000E-9DD5-F00C-5A04-44456CC96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463C3-47E6-4275-330C-B5F3B3CD1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5B623-A30F-70CC-5560-7464EA9AE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7F7F0-7E99-8E73-B4ED-EEDD78D6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4DFF3-61F3-8A84-4CAA-83EE6503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FFA8-2472-471C-A6E0-249776025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946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4CF2-968D-FB46-25DF-C813B405C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8EC93-91E5-6C13-BC4D-7CAD03383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91463-2238-5108-57A6-62BF8F45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8CF0A-1D47-B7E6-5445-A9190F89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D4C68-3395-74CF-0B48-AAA5015EC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FFA8-2472-471C-A6E0-249776025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920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6623B-C730-91C7-2D52-84109942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CF25F-7280-60FC-E09A-2E02A2554B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52857-251E-AA44-578B-223C03796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3D163-F072-C27A-AA82-50F6CCCC9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5A90C-DC66-6B8E-3E3A-CEFC76071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569FD-4310-FB0A-92C2-C0F39450F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FFA8-2472-471C-A6E0-249776025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128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13AB4-FD77-501B-8343-9E400DF51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38AA09-6C22-FE26-9FEE-670316172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8EE58-15C6-E4B4-6C59-DC906625D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FA977-83C5-4EFC-553D-2908E3328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5E6DA9-094E-E939-B27A-BFAED10D36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F8922D-2E70-952C-7E32-2BEF46980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8F7ECB-80FE-EC84-6D30-64AB32286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D55EE8-EA13-6A70-D933-4FD4EF45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FFA8-2472-471C-A6E0-249776025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96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6435B-C807-DECA-BA55-4D5C94AC5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E41FDF-A7D7-E68E-81C0-D0EB5172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B141B-9331-6FCC-9638-B8BE08983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C945D-183D-5707-5F76-A72D515CA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FFA8-2472-471C-A6E0-249776025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816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F18C24-8CE4-4854-C250-D10E55F9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4FD43A-C058-0077-9EEA-2D848B246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38A98-8F35-8BBF-9847-E30203EFA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FFA8-2472-471C-A6E0-249776025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73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016A4-AF5A-9A69-A47E-B68F08BB8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8E0C4-23A5-D7FD-A2C5-EA99337B0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9E167-353F-57A9-14B9-69A2A083B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58A1C-2791-B8B2-0D0C-E6A09787E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49BAC-A0A3-D3CB-306B-E76B1F3DD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19A3D-1AAE-4BDE-FBBB-00C4EDA5F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FFA8-2472-471C-A6E0-249776025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85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B12AD-CC8B-AE8D-9282-AC154115D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AAAA95-C96A-26FB-4F69-5E8A515609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68C69-AB58-ACF3-3A9A-54A5ADD5A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87F5A-7F82-42E6-DAEE-8FBDE49DC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DF554C-365E-5DC4-BD3B-1C0D5291B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6FAED6-FAD0-EB0C-4506-94FF0626C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FFA8-2472-471C-A6E0-249776025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77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841B8-0393-CCD5-477D-97C5818F9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9CE3E4-4331-0371-A7FA-1E16D6011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496D4-A702-EC2B-F3DE-1BBFD9AF2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3D78B-7F34-74B3-B9FC-EAC9A62A7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0BB44-95EA-58B8-01BB-3F0D8C91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FFA8-2472-471C-A6E0-249776025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171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9AF7E8-77CF-5CDA-B712-4F8B2510B9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3DB89-37A6-7244-CDF9-2AC92EED1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4F519-E146-D8DE-2DDB-DEFDB454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5BC7E-8C40-444A-4FC2-F8E208A9B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14696-2C97-89F9-CFAC-C65C59ED6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FFA8-2472-471C-A6E0-249776025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47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8A64C6-7D47-1D65-1011-BD7B7ABD4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665ED-0775-D83E-1F35-A1C92DA8B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36CEF-539D-21DE-AF47-E800DDBFEA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DDC98-2F20-44F7-5ECB-FE99BDE59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49D3F-EF59-5F06-4A28-B4D075776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9FFA8-2472-471C-A6E0-249776025D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419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99663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20603050405020304" pitchFamily="18" charset="0"/>
        <a:buChar char="-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Times New Roman" panose="02020603050405020304" pitchFamily="18" charset="0"/>
        <a:buChar char="+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C0855-9743-183A-24A4-8A6DEB98E8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BỐ CỤC MỘT BÀI THUYẾT TRÌNH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804AA-74E5-D783-72CC-C2DCDA7AB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3255962"/>
          </a:xfrm>
        </p:spPr>
        <p:txBody>
          <a:bodyPr>
            <a:normAutofit/>
          </a:bodyPr>
          <a:lstStyle/>
          <a:p>
            <a:r>
              <a:rPr lang="en-US" dirty="0" err="1"/>
              <a:t>ThS</a:t>
            </a:r>
            <a:r>
              <a:rPr lang="en-US" dirty="0"/>
              <a:t>.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Tên</a:t>
            </a:r>
            <a:endParaRPr lang="en-US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                                              </a:t>
            </a:r>
          </a:p>
          <a:p>
            <a:r>
              <a:rPr lang="en-US" sz="2800" dirty="0"/>
              <a:t>                                                           </a:t>
            </a:r>
            <a:r>
              <a:rPr lang="en-US" sz="2800" dirty="0" err="1"/>
              <a:t>Trích</a:t>
            </a:r>
            <a:r>
              <a:rPr lang="en-US" sz="2800" dirty="0"/>
              <a:t> </a:t>
            </a:r>
            <a:r>
              <a:rPr lang="en-US" sz="2800" dirty="0" err="1"/>
              <a:t>từ</a:t>
            </a:r>
            <a:r>
              <a:rPr lang="en-US" sz="2800" dirty="0"/>
              <a:t> </a:t>
            </a:r>
            <a:r>
              <a:rPr lang="en-US" sz="2800" dirty="0" err="1"/>
              <a:t>Tủ</a:t>
            </a:r>
            <a:r>
              <a:rPr lang="en-US" sz="2800" dirty="0"/>
              <a:t> </a:t>
            </a:r>
            <a:r>
              <a:rPr lang="en-US" sz="2800" dirty="0" err="1"/>
              <a:t>sách</a:t>
            </a:r>
            <a:r>
              <a:rPr lang="en-US" sz="2800" dirty="0"/>
              <a:t> Khoa </a:t>
            </a:r>
            <a:r>
              <a:rPr lang="en-US" sz="2800" dirty="0" err="1"/>
              <a:t>Học</a:t>
            </a:r>
            <a:r>
              <a:rPr lang="en-US" sz="2800" dirty="0"/>
              <a:t> VLOS</a:t>
            </a:r>
          </a:p>
          <a:p>
            <a:pPr algn="l"/>
            <a:r>
              <a:rPr lang="en-US" sz="2800" dirty="0"/>
              <a:t>                                                                                                                             </a:t>
            </a:r>
            <a:endParaRPr lang="en-US" sz="28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7CB1F8-A65F-9619-8869-F3650B5D6B5D}"/>
              </a:ext>
            </a:extLst>
          </p:cNvPr>
          <p:cNvSpPr txBox="1"/>
          <p:nvPr/>
        </p:nvSpPr>
        <p:spPr>
          <a:xfrm>
            <a:off x="10284433" y="6298058"/>
            <a:ext cx="1907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2315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25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D3F29-FBD6-BDED-1153-AB94A00ED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FE05E-DFBC-433B-7AD9-1AAA3C22E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US" dirty="0"/>
          </a:p>
          <a:p>
            <a:pPr lvl="1"/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endParaRPr lang="en-US" dirty="0"/>
          </a:p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  <a:p>
            <a:pPr lvl="1"/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, ý </a:t>
            </a:r>
            <a:r>
              <a:rPr lang="en-US" dirty="0" err="1"/>
              <a:t>kiến</a:t>
            </a:r>
            <a:endParaRPr lang="en-US" dirty="0"/>
          </a:p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  <a:p>
            <a:pPr lvl="1"/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07E84A-CDED-D159-86BB-8D06F6A10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8C154D-835C-73D4-DF78-9AA99F24C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FFA8-2472-471C-A6E0-249776025D0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56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1FE06-158A-1BC6-0ACF-87A9D44E8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86584-6867-A50E-5FF3-FAA9C8990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Thu </a:t>
            </a:r>
            <a:r>
              <a:rPr lang="en-US" dirty="0" err="1"/>
              <a:t>hút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endParaRPr lang="en-US" dirty="0"/>
          </a:p>
          <a:p>
            <a:pPr lvl="1"/>
            <a:r>
              <a:rPr lang="en-US" dirty="0" err="1">
                <a:hlinkClick r:id="rId2" action="ppaction://hlinksldjump"/>
              </a:rPr>
              <a:t>Sử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dụng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một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đoạn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trích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dẫn</a:t>
            </a:r>
            <a:endParaRPr lang="en-US" dirty="0"/>
          </a:p>
          <a:p>
            <a:pPr lvl="1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endParaRPr lang="en-US" dirty="0"/>
          </a:p>
          <a:p>
            <a:pPr lvl="1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hứa</a:t>
            </a:r>
            <a:endParaRPr lang="en-US" dirty="0"/>
          </a:p>
          <a:p>
            <a:pPr lvl="1"/>
            <a:r>
              <a:rPr lang="en-US" dirty="0" err="1"/>
              <a:t>Thậm</a:t>
            </a:r>
            <a:r>
              <a:rPr lang="en-US" dirty="0"/>
              <a:t> </a:t>
            </a:r>
            <a:r>
              <a:rPr lang="en-US" dirty="0" err="1"/>
              <a:t>chí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lượt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  <a:p>
            <a:pPr lvl="1"/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endParaRPr lang="en-US" dirty="0"/>
          </a:p>
          <a:p>
            <a:pPr lvl="1"/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rõ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00257A-F539-521F-D4BA-FC3AEFCA6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AAC53E-3C64-6588-50A5-98819D119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FFA8-2472-471C-A6E0-249776025D0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1698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62C59-860F-0638-0F67-47A766952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9769-1768-FEBE-7CFD-D2C609B37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</a:p>
          <a:p>
            <a:pPr lvl="1"/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,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endParaRPr lang="en-US" dirty="0"/>
          </a:p>
          <a:p>
            <a:pPr lvl="1"/>
            <a:r>
              <a:rPr lang="en-US" dirty="0"/>
              <a:t>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 lvl="1"/>
            <a:r>
              <a:rPr lang="en-US" dirty="0" err="1">
                <a:hlinkClick r:id="rId2" action="ppaction://hlinksldjump"/>
              </a:rPr>
              <a:t>Cung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cấp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ví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dụ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để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chính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minh</a:t>
            </a:r>
            <a:endParaRPr lang="en-US" dirty="0"/>
          </a:p>
          <a:p>
            <a:pPr lvl="1"/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 lvl="1"/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/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EA89DC-C2ED-EA40-8CE3-B2E0D558E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58293E-C552-6F68-AF94-D483A08B5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FFA8-2472-471C-A6E0-249776025D0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45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02EB-F50A-6F37-1B6A-05FE8D18C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95-CA97-F725-F8A2-882E46880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endParaRPr lang="en-US" dirty="0"/>
          </a:p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endParaRPr lang="en-US" dirty="0"/>
          </a:p>
          <a:p>
            <a:pPr lvl="1"/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0215CF-9533-C985-C6BE-595B6D1E3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96B6D-4181-150D-E180-58AAC17DE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FFA8-2472-471C-A6E0-249776025D0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248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02A44-F972-FCE3-FCB8-5623439FF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ơn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quý</a:t>
            </a:r>
            <a:r>
              <a:rPr lang="en-US" dirty="0"/>
              <a:t> </a:t>
            </a:r>
            <a:r>
              <a:rPr lang="en-US" dirty="0" err="1"/>
              <a:t>vị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30FA49-B2A1-3899-57EC-6B8632625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C44EB-0D59-0C91-BE0D-BF9A9F00D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FFA8-2472-471C-A6E0-249776025D0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914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4D41F-89CC-CC4D-4D62-BF330E0A8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1353800" cy="1690688"/>
          </a:xfrm>
        </p:spPr>
        <p:txBody>
          <a:bodyPr>
            <a:normAutofit fontScale="90000"/>
          </a:bodyPr>
          <a:lstStyle/>
          <a:p>
            <a:br>
              <a:rPr lang="en-US" sz="4400" dirty="0"/>
            </a:br>
            <a:r>
              <a:rPr lang="en-US" sz="4400" dirty="0" err="1"/>
              <a:t>Ví</a:t>
            </a:r>
            <a:r>
              <a:rPr lang="en-US" sz="4400" dirty="0"/>
              <a:t> </a:t>
            </a:r>
            <a:r>
              <a:rPr lang="en-US" sz="4400" dirty="0" err="1"/>
              <a:t>dụ</a:t>
            </a:r>
            <a:r>
              <a:rPr lang="en-US" sz="4400" dirty="0"/>
              <a:t>: </a:t>
            </a:r>
            <a:r>
              <a:rPr lang="en-US" sz="4400" dirty="0" err="1"/>
              <a:t>sử</a:t>
            </a:r>
            <a:r>
              <a:rPr lang="en-US" sz="4400" dirty="0"/>
              <a:t> </a:t>
            </a:r>
            <a:r>
              <a:rPr lang="en-US" sz="4400" dirty="0" err="1"/>
              <a:t>dụng</a:t>
            </a:r>
            <a:r>
              <a:rPr lang="en-US" sz="4400" dirty="0"/>
              <a:t> </a:t>
            </a:r>
            <a:r>
              <a:rPr lang="en-US" sz="4400" dirty="0" err="1"/>
              <a:t>một</a:t>
            </a:r>
            <a:r>
              <a:rPr lang="en-US" sz="4400" dirty="0"/>
              <a:t> </a:t>
            </a:r>
            <a:r>
              <a:rPr lang="en-US" sz="4400" dirty="0" err="1"/>
              <a:t>đoạn</a:t>
            </a:r>
            <a:r>
              <a:rPr lang="en-US" sz="4400" dirty="0"/>
              <a:t> </a:t>
            </a:r>
            <a:r>
              <a:rPr lang="en-US" sz="4400" dirty="0" err="1"/>
              <a:t>trích</a:t>
            </a:r>
            <a:r>
              <a:rPr lang="en-US" sz="4400" dirty="0"/>
              <a:t> </a:t>
            </a:r>
            <a:r>
              <a:rPr lang="en-US" sz="4400" dirty="0" err="1"/>
              <a:t>dẫn</a:t>
            </a:r>
            <a:r>
              <a:rPr lang="en-US" sz="4400" dirty="0"/>
              <a:t> </a:t>
            </a:r>
            <a:r>
              <a:rPr lang="en-US" sz="4400" dirty="0" err="1"/>
              <a:t>khi</a:t>
            </a:r>
            <a:r>
              <a:rPr lang="en-US" sz="4400" dirty="0"/>
              <a:t> </a:t>
            </a:r>
            <a:r>
              <a:rPr lang="en-US" sz="4400" dirty="0" err="1"/>
              <a:t>giới</a:t>
            </a:r>
            <a:r>
              <a:rPr lang="en-US" sz="4400" dirty="0"/>
              <a:t> </a:t>
            </a:r>
            <a:r>
              <a:rPr lang="en-US" sz="4400" dirty="0" err="1"/>
              <a:t>thiệu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589D2-92B7-EC8C-33F3-B575C3A69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</a:t>
            </a:r>
          </a:p>
          <a:p>
            <a:pPr marL="0" indent="0" algn="just">
              <a:buNone/>
            </a:pPr>
            <a:r>
              <a:rPr lang="en-US" sz="2800" dirty="0"/>
              <a:t>        </a:t>
            </a:r>
            <a:r>
              <a:rPr lang="vi-VN" sz="2800" dirty="0"/>
              <a:t>“Hàng năm, công nghệ mới luôn được phát triển và thể</a:t>
            </a:r>
            <a:r>
              <a:rPr lang="en-US" sz="2800" dirty="0"/>
              <a:t> </a:t>
            </a:r>
            <a:r>
              <a:rPr lang="vi-VN" sz="2800" dirty="0"/>
              <a:t>hiện tầm quan trọng của nó đối với cuộc sống. Các doanh</a:t>
            </a:r>
            <a:r>
              <a:rPr lang="en-US" sz="2800" dirty="0"/>
              <a:t> </a:t>
            </a:r>
            <a:r>
              <a:rPr lang="vi-VN" sz="2800" dirty="0"/>
              <a:t>nghiệp cũng thay đồi theo hướng cập nhật công nghệ thông</a:t>
            </a:r>
            <a:r>
              <a:rPr lang="en-US" sz="2800" dirty="0"/>
              <a:t> </a:t>
            </a:r>
            <a:r>
              <a:rPr lang="vi-VN" sz="2800" dirty="0"/>
              <a:t>tin và yêu cầu sự thay đổi về nhân sự giỏi công nghệ. Ngành</a:t>
            </a:r>
            <a:r>
              <a:rPr lang="en-US" sz="2800" dirty="0"/>
              <a:t> </a:t>
            </a:r>
            <a:r>
              <a:rPr lang="vi-VN" sz="2800" dirty="0"/>
              <a:t>học CNTT được coi là lĩnh vực ngày một phát triển và trở</a:t>
            </a:r>
            <a:r>
              <a:rPr lang="en-US" sz="2800" dirty="0"/>
              <a:t> </a:t>
            </a:r>
            <a:r>
              <a:rPr lang="vi-VN" sz="2800" dirty="0"/>
              <a:t>nên hữu ích cho các bạn muốn xây dựng sự nghiệp với ngành</a:t>
            </a:r>
            <a:r>
              <a:rPr lang="en-US" sz="2800" dirty="0"/>
              <a:t> </a:t>
            </a:r>
            <a:r>
              <a:rPr lang="vi-VN" sz="2800" dirty="0"/>
              <a:t>này. Vậy những lợi ích khi học ngành CNTT là gì?"</a:t>
            </a:r>
            <a:endParaRPr lang="en-US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3DEAF-6F00-1F7C-8571-AF0E80B9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5CD77-7526-52B0-6FF2-6B934D440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FFA8-2472-471C-A6E0-249776025D0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ction Button: Return 9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D07451C-BC35-8653-C2C5-8B59774130F2}"/>
              </a:ext>
            </a:extLst>
          </p:cNvPr>
          <p:cNvSpPr/>
          <p:nvPr/>
        </p:nvSpPr>
        <p:spPr>
          <a:xfrm>
            <a:off x="5685034" y="5784351"/>
            <a:ext cx="821932" cy="535861"/>
          </a:xfrm>
          <a:prstGeom prst="actionButtonReturn">
            <a:avLst/>
          </a:prstGeom>
          <a:solidFill>
            <a:schemeClr val="accent5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64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4E338-C3DD-4E30-5D65-A4C64B19D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B34A8-23AB-FACD-8048-0E0728108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tuyển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2020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6F8E1D-728B-C5BE-60D1-C53DB57BE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81FCA-CEAE-37C7-F6FD-49E6BA047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9FFA8-2472-471C-A6E0-249776025D05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87FD6EB-88E0-282C-367E-58FF2C626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163525"/>
              </p:ext>
            </p:extLst>
          </p:nvPr>
        </p:nvGraphicFramePr>
        <p:xfrm>
          <a:off x="1500026" y="2537716"/>
          <a:ext cx="9318662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2576">
                  <a:extLst>
                    <a:ext uri="{9D8B030D-6E8A-4147-A177-3AD203B41FA5}">
                      <a16:colId xmlns:a16="http://schemas.microsoft.com/office/drawing/2014/main" val="4096560773"/>
                    </a:ext>
                  </a:extLst>
                </a:gridCol>
                <a:gridCol w="3226086">
                  <a:extLst>
                    <a:ext uri="{9D8B030D-6E8A-4147-A177-3AD203B41FA5}">
                      <a16:colId xmlns:a16="http://schemas.microsoft.com/office/drawing/2014/main" val="1665552159"/>
                    </a:ext>
                  </a:extLst>
                </a:gridCol>
              </a:tblGrid>
              <a:tr h="363925"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Tên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ngành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chuyên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ngành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lượng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tuyển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sinh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187309"/>
                  </a:ext>
                </a:extLst>
              </a:tr>
              <a:tr h="363925"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nghệ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759897"/>
                  </a:ext>
                </a:extLst>
              </a:tr>
              <a:tr h="363925"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nghệ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 - CLC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93908"/>
                  </a:ext>
                </a:extLst>
              </a:tr>
              <a:tr h="363925"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Công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nghệ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 - HA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326386"/>
                  </a:ext>
                </a:extLst>
              </a:tr>
              <a:tr h="363925"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Mạng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máy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và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truyền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dữ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liệu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339593"/>
                  </a:ext>
                </a:extLst>
              </a:tr>
              <a:tr h="363925"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Kỹ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thuật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phần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mềm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54250"/>
                  </a:ext>
                </a:extLst>
              </a:tr>
              <a:tr h="363925"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Hệ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thống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thông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450439"/>
                  </a:ext>
                </a:extLst>
              </a:tr>
              <a:tr h="363925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Khoa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máy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tính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456157"/>
                  </a:ext>
                </a:extLst>
              </a:tr>
              <a:tr h="363925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ứng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dụng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284233"/>
                  </a:ext>
                </a:extLst>
              </a:tr>
              <a:tr h="363925"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701960"/>
                  </a:ext>
                </a:extLst>
              </a:tr>
            </a:tbl>
          </a:graphicData>
        </a:graphic>
      </p:graphicFrame>
      <p:sp>
        <p:nvSpPr>
          <p:cNvPr id="9" name="Action Button: Return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9C145B6D-ABD2-52A7-7F7C-64948D719843}"/>
              </a:ext>
            </a:extLst>
          </p:cNvPr>
          <p:cNvSpPr/>
          <p:nvPr/>
        </p:nvSpPr>
        <p:spPr>
          <a:xfrm>
            <a:off x="9304106" y="1287838"/>
            <a:ext cx="678094" cy="519434"/>
          </a:xfrm>
          <a:prstGeom prst="actionButtonReturn">
            <a:avLst/>
          </a:prstGeom>
          <a:solidFill>
            <a:schemeClr val="accent5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71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393</Words>
  <Application>Microsoft Office PowerPoint</Application>
  <PresentationFormat>Widescreen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Office Theme</vt:lpstr>
      <vt:lpstr>BỐ CỤC MỘT BÀI THUYẾT TRÌNH</vt:lpstr>
      <vt:lpstr>Giới thiệu</vt:lpstr>
      <vt:lpstr>Phần mở đầu</vt:lpstr>
      <vt:lpstr>Phần chính</vt:lpstr>
      <vt:lpstr>Phần kết</vt:lpstr>
      <vt:lpstr>           Cảm ơn sự chú ý của quý vị</vt:lpstr>
      <vt:lpstr> Ví dụ: sử dụng một đoạn trích dẫn khi giới thiệu</vt:lpstr>
      <vt:lpstr> Ví dụ minh chứng một vấn đề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BỐ CỤC MỘT BÀI THUYẾT TRÌNH</dc:title>
  <dc:creator>giabao198.203@gmail.com</dc:creator>
  <cp:lastModifiedBy>giabao198.203@gmail.com</cp:lastModifiedBy>
  <cp:revision>8</cp:revision>
  <dcterms:created xsi:type="dcterms:W3CDTF">2026-09-22T14:11:01Z</dcterms:created>
  <dcterms:modified xsi:type="dcterms:W3CDTF">2026-09-26T00:46:06Z</dcterms:modified>
</cp:coreProperties>
</file>